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3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8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1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2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1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9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1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2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6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 err="1">
                <a:solidFill>
                  <a:srgbClr val="FFFFFF"/>
                </a:solidFill>
                <a:latin typeface="Century Gothic"/>
              </a:rPr>
              <a:t>Blockly</a:t>
            </a:r>
            <a:r>
              <a:rPr sz="4000" b="1" dirty="0">
                <a:solidFill>
                  <a:srgbClr val="FFFFFF"/>
                </a:solidFill>
                <a:latin typeface="Century Gothic"/>
              </a:rPr>
              <a:t> for GitHub Actions /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48FFF"/>
                </a:solidFill>
                <a:latin typeface="Century Gothic"/>
              </a:rPr>
              <a:t>GSE Project  ·  Intermediate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741170" y="3258566"/>
            <a:ext cx="3657600" cy="27432"/>
          </a:xfrm>
          <a:prstGeom prst="rect">
            <a:avLst/>
          </a:prstGeom>
          <a:solidFill>
            <a:srgbClr val="64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93192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AAAABB"/>
                </a:solidFill>
                <a:latin typeface="Segoe UI"/>
              </a:rPr>
              <a:t>Abdulqavi Mansuri (128267)  &amp;  Aiyaan Hasan (128336)</a:t>
            </a:r>
            <a:r>
              <a:rPr lang="en-US" sz="1800" b="0" dirty="0">
                <a:solidFill>
                  <a:srgbClr val="AAAABB"/>
                </a:solidFill>
                <a:latin typeface="Segoe UI"/>
              </a:rPr>
              <a:t> | Group M</a:t>
            </a:r>
            <a:endParaRPr sz="1800" b="0" dirty="0">
              <a:solidFill>
                <a:srgbClr val="AAAABB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4480560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666677"/>
                </a:solidFill>
                <a:latin typeface="Segoe UI"/>
              </a:rPr>
              <a:t>Tech Stack: </a:t>
            </a:r>
            <a:r>
              <a:rPr sz="1500" b="0" dirty="0">
                <a:solidFill>
                  <a:srgbClr val="666677"/>
                </a:solidFill>
                <a:latin typeface="Segoe UI"/>
              </a:rPr>
              <a:t>HTML  ·  CSS  ·  JavaScript  ·  Google </a:t>
            </a:r>
            <a:r>
              <a:rPr sz="1500" b="0" dirty="0" err="1">
                <a:solidFill>
                  <a:srgbClr val="666677"/>
                </a:solidFill>
                <a:latin typeface="Segoe UI"/>
              </a:rPr>
              <a:t>Blockly</a:t>
            </a:r>
            <a:endParaRPr sz="1500" b="0" dirty="0">
              <a:solidFill>
                <a:srgbClr val="666677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6677"/>
                </a:solidFill>
                <a:latin typeface="Segoe UI"/>
              </a:rPr>
              <a:t>July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6B6B"/>
                </a:solidFill>
                <a:latin typeface="Century Gothic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AAABB"/>
                </a:solidFill>
                <a:latin typeface="Segoe UI"/>
              </a:rPr>
              <a:t>Why is manually configuring GitHub Actions painful?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8087" y="1920240"/>
            <a:ext cx="3108960" cy="36576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8127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A726"/>
                </a:solidFill>
                <a:latin typeface="Century Gothic"/>
              </a:rPr>
              <a:t>Syntax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8127" y="30175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AAABB"/>
                </a:solidFill>
                <a:latin typeface="Segoe UI"/>
              </a:rPr>
              <a:t>YAML is extremely sensitive to whitespace and indentation. A single missing space can silently break an entire CI/CD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1367" y="1920240"/>
            <a:ext cx="3108960" cy="36576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61407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6B6B"/>
                </a:solidFill>
                <a:latin typeface="Century Gothic"/>
              </a:rPr>
              <a:t>Late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1407" y="30175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AAABB"/>
                </a:solidFill>
                <a:latin typeface="Segoe UI"/>
              </a:rPr>
              <a:t>Developers only discover configuration errors after pushing code to GitHub and waiting for the workflow run to fail.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647" y="1920240"/>
            <a:ext cx="3108960" cy="36576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4687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B86FC"/>
                </a:solidFill>
                <a:latin typeface="Century Gothic"/>
              </a:rPr>
              <a:t>Manual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687" y="30175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AAABB"/>
                </a:solidFill>
                <a:latin typeface="Segoe UI"/>
              </a:rPr>
              <a:t>Hand-crafting multi-job workflows with triggers, runners, and conditional steps is tedious and error-prone.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4EC9B0"/>
                </a:solidFill>
                <a:latin typeface="Century Gothic"/>
              </a:rPr>
              <a:t>Our Solution: Visual 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AAABB"/>
                </a:solidFill>
                <a:latin typeface="Segoe UI"/>
              </a:rPr>
              <a:t>Preventing configuration mistakes by construction using Google Blockly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286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4EC9B0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Structure Enforcement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Blocks can only snap together in valid configurations. A Step block only fits inside a Job; a Job only fits inside a Workflow.</a:t>
            </a:r>
          </a:p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4EC9B0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Safe Inputs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Triggers, runners, and event types are configured via dropdowns, completely eliminating typos in event names or OS labels.</a:t>
            </a:r>
          </a:p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4EC9B0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Real-Time Compilation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As blocks are connected, the corresponding YAML is generated and previewed instantly in a side-by-side panel.</a:t>
            </a:r>
          </a:p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4EC9B0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Copy &amp; Deploy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The generated YAML can be pasted directly into a .</a:t>
            </a:r>
            <a:r>
              <a:rPr sz="1600" b="0" dirty="0" err="1">
                <a:solidFill>
                  <a:srgbClr val="AAAABB"/>
                </a:solidFill>
                <a:latin typeface="Segoe UI"/>
              </a:rPr>
              <a:t>github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/workflows/ file and pushed to any GitHub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648FFF"/>
                </a:solidFill>
                <a:latin typeface="Century Gothic"/>
              </a:rPr>
              <a:t>Current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entury Gothic"/>
              </a:rPr>
              <a:t>Custom Blocks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486400" cy="2607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1400" dirty="0">
                <a:solidFill>
                  <a:srgbClr val="648FFF"/>
                </a:solidFill>
                <a:latin typeface="Segoe UI"/>
              </a:rPr>
              <a:t>●  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Workflow  </a:t>
            </a:r>
            <a:r>
              <a:rPr lang="en-US" sz="15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Root block. Defines the pipeline name, holds Triggers and Jobs.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1400" dirty="0">
                <a:solidFill>
                  <a:srgbClr val="648FFF"/>
                </a:solidFill>
                <a:latin typeface="Segoe UI"/>
              </a:rPr>
              <a:t>●  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Trigger  </a:t>
            </a:r>
            <a:r>
              <a:rPr lang="en-US" sz="15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Selects the event type from a dropdown (push, </a:t>
            </a:r>
            <a:r>
              <a:rPr sz="1500" b="0" dirty="0" err="1">
                <a:solidFill>
                  <a:srgbClr val="AAAABB"/>
                </a:solidFill>
                <a:latin typeface="Segoe UI"/>
              </a:rPr>
              <a:t>pull_request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AAAABB"/>
                </a:solidFill>
                <a:latin typeface="Segoe UI"/>
              </a:rPr>
              <a:t>workflow_dispatch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).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1400" dirty="0">
                <a:solidFill>
                  <a:srgbClr val="648FFF"/>
                </a:solidFill>
                <a:latin typeface="Segoe UI"/>
              </a:rPr>
              <a:t>●  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Job  </a:t>
            </a:r>
            <a:r>
              <a:rPr lang="en-US" sz="15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Configures a job ID and the runner OS (ubuntu-latest, windows-latest, </a:t>
            </a:r>
            <a:r>
              <a:rPr sz="1500" b="0" dirty="0" err="1">
                <a:solidFill>
                  <a:srgbClr val="AAAABB"/>
                </a:solidFill>
                <a:latin typeface="Segoe UI"/>
              </a:rPr>
              <a:t>macos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-latest).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1400" dirty="0">
                <a:solidFill>
                  <a:srgbClr val="648FFF"/>
                </a:solidFill>
                <a:latin typeface="Segoe UI"/>
              </a:rPr>
              <a:t>●  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Run Step  </a:t>
            </a:r>
            <a:r>
              <a:rPr lang="en-US" sz="15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5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Defines a step name and inline shell command to execute (e.g. </a:t>
            </a:r>
            <a:r>
              <a:rPr sz="1500" b="0" dirty="0" err="1">
                <a:solidFill>
                  <a:srgbClr val="AAAABB"/>
                </a:solidFill>
                <a:latin typeface="Segoe UI"/>
              </a:rPr>
              <a:t>npm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 install, </a:t>
            </a:r>
            <a:r>
              <a:rPr sz="1500" b="0" dirty="0" err="1">
                <a:solidFill>
                  <a:srgbClr val="AAAABB"/>
                </a:solidFill>
                <a:latin typeface="Segoe UI"/>
              </a:rPr>
              <a:t>npm</a:t>
            </a:r>
            <a:r>
              <a:rPr sz="1500" b="0" dirty="0">
                <a:solidFill>
                  <a:srgbClr val="AAAABB"/>
                </a:solidFill>
                <a:latin typeface="Segoe UI"/>
              </a:rPr>
              <a:t> test).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371600"/>
            <a:ext cx="4206240" cy="4572000"/>
          </a:xfrm>
          <a:prstGeom prst="rect">
            <a:avLst/>
          </a:prstGeom>
          <a:solidFill>
            <a:srgbClr val="11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48FFF"/>
                </a:solidFill>
                <a:latin typeface="Century Gothic"/>
              </a:rPr>
              <a:t>Generated YAML 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EC9B0"/>
                </a:solidFill>
                <a:latin typeface="Cascadia Code"/>
              </a:rPr>
              <a:t>name: CI Build &amp; Test
on:
  push:
jobs:
  build:
    runs-on: ubuntu-latest
    steps:
      - name: Install dependencies
        run: npm install
      - name: Run tests
        run: npm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BB86FC"/>
                </a:solidFill>
                <a:latin typeface="Century Gothic"/>
              </a:rP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AAABB"/>
                </a:solidFill>
                <a:latin typeface="Segoe UI"/>
              </a:rPr>
              <a:t>Planned features for the final submission  (September 15,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286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BB86FC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Extended Action Schema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Add blocks for third-party Actions (uses: actions/checkout@v4), job dependencies (needs), conditional logic (if), and environment variables.</a:t>
            </a:r>
          </a:p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BB86FC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Dynamic Block Loading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Parse any marketplace Action's </a:t>
            </a:r>
            <a:r>
              <a:rPr sz="1600" b="0" dirty="0" err="1">
                <a:solidFill>
                  <a:srgbClr val="AAAABB"/>
                </a:solidFill>
                <a:latin typeface="Segoe UI"/>
              </a:rPr>
              <a:t>action.yml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 file and dynamically generate </a:t>
            </a:r>
            <a:r>
              <a:rPr sz="1600" b="0" dirty="0" err="1">
                <a:solidFill>
                  <a:srgbClr val="AAAABB"/>
                </a:solidFill>
                <a:latin typeface="Segoe UI"/>
              </a:rPr>
              <a:t>Blockly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 blocks with the correct input fields on the fly.</a:t>
            </a:r>
          </a:p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BB86FC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YAML Validator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Semantic checks for job dependency cycles, missing required fields, and schema violations before the user copies the code.</a:t>
            </a:r>
          </a:p>
          <a:p>
            <a:pPr>
              <a:lnSpc>
                <a:spcPts val="2200"/>
              </a:lnSpc>
              <a:spcAft>
                <a:spcPts val="1400"/>
              </a:spcAft>
            </a:pPr>
            <a:r>
              <a:rPr sz="1500" dirty="0">
                <a:solidFill>
                  <a:srgbClr val="BB86FC"/>
                </a:solidFill>
                <a:latin typeface="Segoe UI"/>
              </a:rPr>
              <a:t>●  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GitHub Pages Deployment  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:</a:t>
            </a:r>
            <a:r>
              <a:rPr sz="1600" b="1" dirty="0">
                <a:solidFill>
                  <a:srgbClr val="FFFFFF"/>
                </a:solidFill>
                <a:latin typeface="Segoe UI"/>
              </a:rPr>
              <a:t>  </a:t>
            </a:r>
            <a:r>
              <a:rPr sz="1600" b="0" dirty="0">
                <a:solidFill>
                  <a:srgbClr val="AAAABB"/>
                </a:solidFill>
                <a:latin typeface="Segoe UI"/>
              </a:rPr>
              <a:t>Host the editor as a free, publicly accessible web tool directly from the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303520"/>
            <a:ext cx="10332720" cy="4572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dirty="0">
                <a:solidFill>
                  <a:srgbClr val="FFFFFF"/>
                </a:solidFill>
                <a:latin typeface="Century Gothic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503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Cascadia Code</vt:lpstr>
      <vt:lpstr>Century Gothic</vt:lpstr>
      <vt:lpstr>Segoe UI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Abdulqavi Mansuri</cp:lastModifiedBy>
  <cp:revision>4</cp:revision>
  <dcterms:created xsi:type="dcterms:W3CDTF">2013-01-27T09:14:16Z</dcterms:created>
  <dcterms:modified xsi:type="dcterms:W3CDTF">2026-07-10T00:28:16Z</dcterms:modified>
  <cp:category/>
</cp:coreProperties>
</file>